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89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A5CB5-F175-CE7B-17D4-A06D4774C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2FFC8-7D91-8D9E-CEE5-326796F57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D8B0C-B263-FEF5-9F3E-C5239512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B6C63-73D6-4EE4-A537-B54CADACE4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DB90C-D1DB-71F2-FC0E-FD2F7BE94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8D57C-4443-583B-2A52-5C964BEA8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35BD3-2F95-4467-BF2C-C6A38FD0B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582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38AF7-9701-2E43-7E1B-6CA8D2B24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54830-AF95-9091-40A3-6E9811AD9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8E3DF-7291-01F2-4D57-16A53A5C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B6C63-73D6-4EE4-A537-B54CADACE4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CB474-8FA9-361D-3F1E-C55CF99E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1110A-EBF7-ABCA-D67C-E9B7E353E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35BD3-2F95-4467-BF2C-C6A38FD0B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7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9F0A5-DEC1-3455-79A5-07334A59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54A07-293E-5025-4105-46EBE0043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BE5D1-1B7A-483C-5D9E-4D934A29D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B6C63-73D6-4EE4-A537-B54CADACE4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8A6B5-BE9B-8804-FED0-6B53FE89E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83693-2EBF-1AFA-100F-67734C37D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35BD3-2F95-4467-BF2C-C6A38FD0B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18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B7CC9-EDD1-A690-CD7A-C8DD5FFAF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3EE47-180F-46CE-0504-3D806CA41F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5D60F-A600-4C4E-511F-538BEB3491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5E568-F531-835E-3466-FFA7145A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B6C63-73D6-4EE4-A537-B54CADACE4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6E879-F796-4EA4-A6CD-3853FE3F7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B22C0-6BFC-8539-CE92-2842D05EB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35BD3-2F95-4467-BF2C-C6A38FD0B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7F3E4-BCE4-3014-5F47-5BF9F147A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1B3FC-5BCF-9C57-5741-01B099006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24D9A-4663-901D-68FD-A891D106C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7B05B1-41F2-BCFF-7BE1-0DF760A5B8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4B87C6-CF2C-42E7-59A3-CEC0A138C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049819-D72A-FD05-49C5-B285C964F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B6C63-73D6-4EE4-A537-B54CADACE4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578A62-2E13-4B43-B52D-5EB5BF56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7EBC2-F137-4593-C955-20941CD4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35BD3-2F95-4467-BF2C-C6A38FD0B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057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AF65C-8575-2B50-B849-4A36833E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142043-5F30-4F63-2188-859FE77D9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B6C63-73D6-4EE4-A537-B54CADACE4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C930BF-2A85-D8A6-9CBA-7F354A004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4979AA-6DD0-8A0E-5F7F-6E9482A9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35BD3-2F95-4467-BF2C-C6A38FD0B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9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C932A7-6B8A-34BE-FCA6-862194450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B6C63-73D6-4EE4-A537-B54CADACE4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431F08-4096-B90F-03E2-07A1FA245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4FD6B-CB17-755F-8E6E-865F1E1D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35BD3-2F95-4467-BF2C-C6A38FD0B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43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771B9-39B1-0F88-B937-E2B609D1A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0E61B-C3AE-6605-B3EA-6F2E10283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0F6C0A-731E-B765-CAD7-CBC201F06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A6185-ABD9-05BB-98F2-520D12ED1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B6C63-73D6-4EE4-A537-B54CADACE4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BEE6D-72E3-7FD2-5877-E5326D374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4DEC6-3CFF-20F1-E19A-DA5D42A25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35BD3-2F95-4467-BF2C-C6A38FD0B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417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ABC88-DD67-5DFA-C369-09B49C430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228A3E-5980-98F2-FEEC-86E77F18A5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8704B1-5B61-B08F-92D6-CE433C886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523C6-077F-8088-FDA6-8E0046A1F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B6C63-73D6-4EE4-A537-B54CADACE4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C8A6E-446A-1CDF-1656-04191AC76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21589-54E4-40DF-BBA9-7C03D3DE5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35BD3-2F95-4467-BF2C-C6A38FD0B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82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49E3C-8612-87CE-86AF-2FAC7E8CE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CD87B-3E53-DB77-F33A-FB4C088F5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7B55D-5ADD-74FF-9EF5-F73E081EC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B6C63-73D6-4EE4-A537-B54CADACE4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A3F3B-40A3-8BD6-2BC4-04FBA997F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969FC-14BC-BF25-236D-FE1F1E26B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35BD3-2F95-4467-BF2C-C6A38FD0B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94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0B3D8-D7CA-82B8-6057-906A94F032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944EE6-908F-E371-7130-2A705D211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BD34A-54E7-5959-AA86-88DE71CB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B6C63-73D6-4EE4-A537-B54CADACE4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57D1D-8D50-7C12-890E-5D4E44628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FFEE8-F5C0-1131-8C86-90C363EBC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35BD3-2F95-4467-BF2C-C6A38FD0B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8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0E8F6E-AB52-2FF6-26D8-1EB5E2FDE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817FE-7D69-9E4E-60AC-10F554909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60BE6-733A-896A-1286-29D51BA0AD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B6C63-73D6-4EE4-A537-B54CADACE4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76E5A-0E7C-9878-59D1-DBA974D27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B490C-DCC0-9679-4318-69E1BBA04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335BD3-2F95-4467-BF2C-C6A38FD0B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25BA190-8595-B90A-498F-4BB250D2673F}"/>
              </a:ext>
            </a:extLst>
          </p:cNvPr>
          <p:cNvSpPr txBox="1"/>
          <p:nvPr/>
        </p:nvSpPr>
        <p:spPr>
          <a:xfrm>
            <a:off x="772884" y="1637627"/>
            <a:ext cx="102761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en-US" sz="6000" b="1" kern="1400" spc="25" dirty="0">
                <a:solidFill>
                  <a:schemeClr val="accent6">
                    <a:lumMod val="50000"/>
                  </a:schemeClr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Dashboard Requirements Document (DRD)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C4ABD7-4360-5B51-11DA-A23CACD61205}"/>
              </a:ext>
            </a:extLst>
          </p:cNvPr>
          <p:cNvSpPr txBox="1"/>
          <p:nvPr/>
        </p:nvSpPr>
        <p:spPr>
          <a:xfrm>
            <a:off x="163285" y="4072738"/>
            <a:ext cx="11495313" cy="381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effectLst/>
                <a:latin typeface="Cambria" panose="02040503050406030204" pitchFamily="18" charset="0"/>
                <a:ea typeface="ＭＳ 明朝" panose="02020609040205080304" pitchFamily="49" charset="-128"/>
                <a:cs typeface="Times New Roman" panose="02020603050405020304" pitchFamily="18" charset="0"/>
              </a:rPr>
              <a:t>Project: Improving Customer Onboarding Controls and KYC Efficiency in Digital Banking</a:t>
            </a:r>
          </a:p>
        </p:txBody>
      </p:sp>
    </p:spTree>
    <p:extLst>
      <p:ext uri="{BB962C8B-B14F-4D97-AF65-F5344CB8AC3E}">
        <p14:creationId xmlns:p14="http://schemas.microsoft.com/office/powerpoint/2010/main" val="2428531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BD57F7-FF3A-FFBD-ED49-D6332926A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19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E7B473-31A1-88E0-9FA9-E711FCCC0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941"/>
            <a:ext cx="12192000" cy="669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362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684844-85F7-8BD8-F622-BA306B52A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630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80CE98-63F7-AE2D-538A-138B06BAA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453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B9F40C-2975-4DDB-3D41-E27D08F77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821" y="0"/>
            <a:ext cx="54883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080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76C2C1-3D26-38E4-15A4-69E185DB8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795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18</Words>
  <Application>Microsoft Office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abass shina</dc:creator>
  <cp:lastModifiedBy>abass shina</cp:lastModifiedBy>
  <cp:revision>1</cp:revision>
  <dcterms:created xsi:type="dcterms:W3CDTF">2026-06-13T20:41:44Z</dcterms:created>
  <dcterms:modified xsi:type="dcterms:W3CDTF">2026-06-14T15:14:29Z</dcterms:modified>
</cp:coreProperties>
</file>